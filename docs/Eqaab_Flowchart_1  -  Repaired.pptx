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749"/>
    <p:restoredTop sz="94610"/>
  </p:normalViewPr>
  <p:slideViewPr>
    <p:cSldViewPr snapToGrid="0" snapToObjects="1">
      <p:cViewPr>
        <p:scale>
          <a:sx n="95" d="100"/>
          <a:sy n="95" d="100"/>
        </p:scale>
        <p:origin x="712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8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00" y="290146"/>
            <a:ext cx="2258541" cy="6435969"/>
          </a:xfrm>
          <a:prstGeom prst="rect">
            <a:avLst/>
          </a:prstGeom>
          <a:ln w="6350">
            <a:solidFill>
              <a:srgbClr val="88878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700" y="303335"/>
            <a:ext cx="2258541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7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437790" y="290146"/>
            <a:ext cx="3190637" cy="6435969"/>
          </a:xfrm>
          <a:prstGeom prst="rect">
            <a:avLst/>
          </a:prstGeom>
          <a:ln w="6350">
            <a:solidFill>
              <a:srgbClr val="C9A84C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37790" y="303335"/>
            <a:ext cx="3190637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 SOFTWARE — ROS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35977" y="290146"/>
            <a:ext cx="2330241" cy="6435969"/>
          </a:xfrm>
          <a:prstGeom prst="rect">
            <a:avLst/>
          </a:prstGeom>
          <a:ln w="6350">
            <a:solidFill>
              <a:srgbClr val="88878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35977" y="303335"/>
            <a:ext cx="2330241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7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BACKEND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73768" y="290146"/>
            <a:ext cx="3943484" cy="6435969"/>
          </a:xfrm>
          <a:prstGeom prst="rect">
            <a:avLst/>
          </a:prstGeom>
          <a:ln w="6350">
            <a:solidFill>
              <a:srgbClr val="C9A84C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73768" y="303335"/>
            <a:ext cx="3943484" cy="158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GCS </a:t>
            </a:r>
            <a:r>
              <a:rPr lang="en-US" sz="65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15099" y="593481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5099" y="619858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 Camera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5099" y="840369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12MP · CSI · 30fps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5099" y="1978269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215099" y="2004646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Raspberry Pi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5099" y="2225157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8GB · Ubuntu 22.04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5099" y="3165231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5099" y="3191608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Pixhawk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5099" y="3412119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PX4 · IMU · Baro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5099" y="4352192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5099" y="4378569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 Module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5099" y="4599080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M8N · ±2m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5099" y="5539154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A1A1A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5099" y="5565531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4G LTE Dongle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5099" y="5786042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USB · wide-area link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5099" y="6198577"/>
            <a:ext cx="19717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6" name="Text 24"/>
          <p:cNvSpPr/>
          <p:nvPr/>
        </p:nvSpPr>
        <p:spPr>
          <a:xfrm>
            <a:off x="215099" y="6224954"/>
            <a:ext cx="19717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 Receiver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5099" y="6445465"/>
            <a:ext cx="19717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2.4GHz · HW override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81190" y="593481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81190" y="619858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Acquisition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81190" y="840369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· BGR → RGB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81190" y="1384788"/>
            <a:ext cx="1326445" cy="527538"/>
          </a:xfrm>
          <a:prstGeom prst="roundRect">
            <a:avLst>
              <a:gd name="adj" fmla="val 6933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32" name="Text 30"/>
          <p:cNvSpPr/>
          <p:nvPr/>
        </p:nvSpPr>
        <p:spPr>
          <a:xfrm>
            <a:off x="2581190" y="1411165"/>
            <a:ext cx="1326445" cy="290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YOLOv8n</a:t>
            </a: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.pt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81190" y="1659108"/>
            <a:ext cx="1326445" cy="24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 · Car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58584" y="1384788"/>
            <a:ext cx="1326445" cy="527538"/>
          </a:xfrm>
          <a:prstGeom prst="roundRect">
            <a:avLst>
              <a:gd name="adj" fmla="val 6933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58584" y="1411165"/>
            <a:ext cx="1326445" cy="29014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best.pt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58584" y="1659108"/>
            <a:ext cx="1326445" cy="24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 (custom)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45340" y="1213338"/>
            <a:ext cx="2975538" cy="145073"/>
          </a:xfrm>
          <a:prstGeom prst="rect">
            <a:avLst/>
          </a:prstGeom>
          <a:ln w="5080">
            <a:solidFill>
              <a:srgbClr val="C9A84C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45340" y="1213338"/>
            <a:ext cx="2975538" cy="145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 dual-model inference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81190" y="2176096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81190" y="2202473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 + Filter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581190" y="2422984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 ≥ 0.45 · class map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81190" y="2967404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81190" y="2993781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DeepSORT Tracker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581190" y="3214292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ID · Kalman · IoU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81190" y="3758712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46" name="Text 44"/>
          <p:cNvSpPr/>
          <p:nvPr/>
        </p:nvSpPr>
        <p:spPr>
          <a:xfrm>
            <a:off x="2581190" y="3785088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 Fusion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581190" y="4005600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Pixel → lat/lon estimate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81190" y="4484077"/>
            <a:ext cx="2903839" cy="659423"/>
          </a:xfrm>
          <a:prstGeom prst="diamond">
            <a:avLst/>
          </a:prstGeom>
          <a:solidFill>
            <a:srgbClr val="0F3D2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581190" y="4536831"/>
            <a:ext cx="2903839" cy="3297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1C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IFF Node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2581190" y="4813788"/>
            <a:ext cx="2903839" cy="329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C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Friendly / Unknown?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81190" y="5380892"/>
            <a:ext cx="1326445" cy="422031"/>
          </a:xfrm>
          <a:prstGeom prst="roundRect">
            <a:avLst>
              <a:gd name="adj" fmla="val 8667"/>
            </a:avLst>
          </a:prstGeom>
          <a:solidFill>
            <a:srgbClr val="0F3D2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581190" y="5380892"/>
            <a:ext cx="1326445" cy="422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1C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Discard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158584" y="5380892"/>
            <a:ext cx="1326445" cy="422031"/>
          </a:xfrm>
          <a:prstGeom prst="roundRect">
            <a:avLst>
              <a:gd name="adj" fmla="val 8667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58584" y="5380892"/>
            <a:ext cx="1326445" cy="422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Publisher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581190" y="6040315"/>
            <a:ext cx="2903839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56" name="Text 54"/>
          <p:cNvSpPr/>
          <p:nvPr/>
        </p:nvSpPr>
        <p:spPr>
          <a:xfrm>
            <a:off x="2581190" y="6066692"/>
            <a:ext cx="2903839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Mission Manager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581190" y="6287203"/>
            <a:ext cx="2903839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FSM · waypoints · failsafe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79377" y="2176096"/>
            <a:ext cx="20434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59" name="Text 57"/>
          <p:cNvSpPr/>
          <p:nvPr/>
        </p:nvSpPr>
        <p:spPr>
          <a:xfrm>
            <a:off x="5879377" y="2202473"/>
            <a:ext cx="20434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879377" y="2422984"/>
            <a:ext cx="20434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/alerts · /telemetry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79377" y="3758712"/>
            <a:ext cx="20434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62" name="Text 60"/>
          <p:cNvSpPr/>
          <p:nvPr/>
        </p:nvSpPr>
        <p:spPr>
          <a:xfrm>
            <a:off x="5879377" y="3785088"/>
            <a:ext cx="20434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879377" y="4005600"/>
            <a:ext cx="20434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JSONB · alerts · telemetry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879377" y="5249008"/>
            <a:ext cx="2043442" cy="474785"/>
          </a:xfrm>
          <a:prstGeom prst="roundRect">
            <a:avLst>
              <a:gd name="adj" fmla="val 7704"/>
            </a:avLst>
          </a:prstGeom>
          <a:solidFill>
            <a:srgbClr val="111111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65" name="Text 63"/>
          <p:cNvSpPr/>
          <p:nvPr/>
        </p:nvSpPr>
        <p:spPr>
          <a:xfrm>
            <a:off x="5879377" y="5275385"/>
            <a:ext cx="2043442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879377" y="5495896"/>
            <a:ext cx="2043442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WebSocket relay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17167" y="593481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317167" y="619858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DroneContext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17167" y="840369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state hub · WS client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317167" y="1780442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317167" y="1806819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Leaflet.js Map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17167" y="2027330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position · path · markers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17167" y="2967404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317167" y="2993781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Feed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317167" y="3214292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· confidence · GPS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317167" y="4154365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77" name="Text 75"/>
          <p:cNvSpPr/>
          <p:nvPr/>
        </p:nvSpPr>
        <p:spPr>
          <a:xfrm>
            <a:off x="8317167" y="4180742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Bar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317167" y="4401253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 · Alt · Speed · Mode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317167" y="5341327"/>
            <a:ext cx="3656686" cy="474785"/>
          </a:xfrm>
          <a:prstGeom prst="roundRect">
            <a:avLst>
              <a:gd name="adj" fmla="val 7704"/>
            </a:avLst>
          </a:prstGeom>
          <a:solidFill>
            <a:srgbClr val="1A150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80" name="Text 78"/>
          <p:cNvSpPr/>
          <p:nvPr/>
        </p:nvSpPr>
        <p:spPr>
          <a:xfrm>
            <a:off x="8317167" y="5367704"/>
            <a:ext cx="3656686" cy="261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 Panel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17167" y="5588215"/>
            <a:ext cx="3656686" cy="218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RTH · Takeoff · Land · Waypoints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186841" y="830873"/>
            <a:ext cx="394348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186841" y="712177"/>
            <a:ext cx="3943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BGR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4033109" y="1068265"/>
            <a:ext cx="0" cy="118696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033109" y="1186962"/>
            <a:ext cx="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244412" y="1186962"/>
            <a:ext cx="0" cy="19782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033109" y="1186962"/>
            <a:ext cx="788697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821806" y="1186962"/>
            <a:ext cx="0" cy="19782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244412" y="1912327"/>
            <a:ext cx="0" cy="131885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821806" y="1912327"/>
            <a:ext cx="0" cy="131885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244412" y="2044212"/>
            <a:ext cx="1577394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033109" y="2044212"/>
            <a:ext cx="0" cy="131885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033109" y="2650881"/>
            <a:ext cx="0" cy="316523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186841" y="4589585"/>
            <a:ext cx="394348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033109" y="3442188"/>
            <a:ext cx="0" cy="316523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033109" y="4233496"/>
            <a:ext cx="0" cy="250581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581190" y="4813788"/>
            <a:ext cx="663222" cy="0"/>
          </a:xfrm>
          <a:prstGeom prst="line">
            <a:avLst/>
          </a:prstGeom>
          <a:noFill/>
          <a:ln w="15240">
            <a:solidFill>
              <a:srgbClr val="1D9E7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244412" y="4813788"/>
            <a:ext cx="0" cy="567104"/>
          </a:xfrm>
          <a:prstGeom prst="line">
            <a:avLst/>
          </a:prstGeom>
          <a:noFill/>
          <a:ln w="15240">
            <a:solidFill>
              <a:srgbClr val="1D9E7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545340" y="5037992"/>
            <a:ext cx="645297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D9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Friendly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5485028" y="4813788"/>
            <a:ext cx="0" cy="0"/>
          </a:xfrm>
          <a:prstGeom prst="line">
            <a:avLst/>
          </a:prstGeom>
          <a:noFill/>
          <a:ln w="15240">
            <a:solidFill>
              <a:srgbClr val="E24B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4821806" y="4813788"/>
            <a:ext cx="0" cy="567104"/>
          </a:xfrm>
          <a:prstGeom prst="line">
            <a:avLst/>
          </a:prstGeom>
          <a:noFill/>
          <a:ln w="15240">
            <a:solidFill>
              <a:srgbClr val="E24B4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838219" y="4996844"/>
            <a:ext cx="861908" cy="242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4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5485028" y="5591908"/>
            <a:ext cx="394348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485028" y="5354515"/>
            <a:ext cx="4660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4G</a:t>
            </a:r>
            <a:r>
              <a:rPr lang="en-US" sz="140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LTE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6901098" y="5249008"/>
            <a:ext cx="0" cy="0"/>
          </a:xfrm>
          <a:prstGeom prst="line">
            <a:avLst/>
          </a:prstGeom>
          <a:noFill/>
          <a:ln w="15240">
            <a:solidFill>
              <a:srgbClr val="88878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7922819" y="5486400"/>
            <a:ext cx="179249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8102068" y="5486400"/>
            <a:ext cx="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8102068" y="830873"/>
            <a:ext cx="215099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7922819" y="2413488"/>
            <a:ext cx="394348" cy="791308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0145510" y="1068265"/>
            <a:ext cx="0" cy="712177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1973853" y="830873"/>
            <a:ext cx="717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2045553" y="830873"/>
            <a:ext cx="0" cy="2373923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2045553" y="3204796"/>
            <a:ext cx="0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2045553" y="4391758"/>
            <a:ext cx="0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2045553" y="3204796"/>
            <a:ext cx="0" cy="1186962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8317167" y="5578719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8102068" y="5802923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879377" y="5802923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5700128" y="6277708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581190" y="6277708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2294391" y="6277708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2294391" y="3402623"/>
            <a:ext cx="0" cy="0"/>
          </a:xfrm>
          <a:prstGeom prst="line">
            <a:avLst/>
          </a:prstGeom>
          <a:noFill/>
          <a:ln w="7620">
            <a:solidFill>
              <a:srgbClr val="888780"/>
            </a:solidFill>
            <a:prstDash val="lg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2186841" y="2215662"/>
            <a:ext cx="394348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lg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2186841" y="2110154"/>
            <a:ext cx="394348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2186841" y="6435969"/>
            <a:ext cx="107550" cy="0"/>
          </a:xfrm>
          <a:prstGeom prst="line">
            <a:avLst/>
          </a:prstGeom>
          <a:noFill/>
          <a:ln w="7620">
            <a:solidFill>
              <a:srgbClr val="E24B4A"/>
            </a:solidFill>
            <a:prstDash val="lg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1075496" y="6093069"/>
            <a:ext cx="1254745" cy="11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4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HW override →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71700" y="6660173"/>
            <a:ext cx="12045553" cy="17145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71700" y="6660173"/>
            <a:ext cx="1204555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data flow     ⇢ command / control     → RC override     ◇ IFF decision node</a:t>
            </a:r>
            <a:endParaRPr lang="en-US" sz="550" dirty="0"/>
          </a:p>
        </p:txBody>
      </p:sp>
      <p:sp>
        <p:nvSpPr>
          <p:cNvPr id="142" name="Text 140"/>
          <p:cNvSpPr/>
          <p:nvPr/>
        </p:nvSpPr>
        <p:spPr>
          <a:xfrm>
            <a:off x="73223" y="46160"/>
            <a:ext cx="12045553" cy="211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</a:t>
            </a:r>
            <a:r>
              <a:rPr lang="en-US" b="1" dirty="0">
                <a:solidFill>
                  <a:srgbClr val="E8C9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627986-71FD-CD43-AB88-77CF25D93A1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63d8917-629e-491a-b0ce-71f302ae88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199</Words>
  <Application>Microsoft Macintosh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abdulrahman aldahhas</cp:lastModifiedBy>
  <cp:revision>2</cp:revision>
  <dcterms:created xsi:type="dcterms:W3CDTF">2026-04-29T21:05:29Z</dcterms:created>
  <dcterms:modified xsi:type="dcterms:W3CDTF">2026-04-30T06:15:57Z</dcterms:modified>
</cp:coreProperties>
</file>